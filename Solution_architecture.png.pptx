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9" d="100"/>
          <a:sy n="39" d="100"/>
        </p:scale>
        <p:origin x="170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5E27-10F1-455B-A779-83C63CD8C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A4020-D30F-42BC-BD3D-E8B3A44D5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96C6A-932A-42B1-8367-C6719407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4008F-DE94-4F00-B10A-04E0BDA4A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FE3C5-2AE8-49DB-912C-2C3BE54A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8DF2-9AAC-45D6-8D3C-301635D5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2536-7287-41DE-B0F4-23A8550B1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EC86D-208B-44E1-8009-2C19D74D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54EF-CB9C-4E59-A97B-D5421E13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F39B4-E230-4EC6-BF12-7E9198D0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6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37C6-558E-4DD3-85F4-C3BA2334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F0910-0E7B-4FB5-93D3-BD869C90F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01F2-4BA2-4D80-B5E9-9A68E380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0345F-BE09-418C-87A4-7BCE9E52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1D548-8DC3-4197-A343-EEDCD92A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69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2275-630B-4D1E-A57A-B98FF5FD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D625E-58B4-4883-B150-60D5C6CB8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36484-5332-4EA5-867C-5E507F6B7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733FF-0F67-48FC-B9F9-85C6BEC2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4511D-2930-4E7D-9FEF-29A23E57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3F0C5-CD2A-42E9-9D33-9C2D4C4F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59F5-8546-4ECB-B4E6-E1BEFEE3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D03A1-46CE-4233-905D-525CE593C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AB2B7-A5F0-46C9-A4B7-99AC4ECCF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BBEC1-5D9D-4362-A2B8-98E6EFDB8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5B5D90-6E49-412D-91F8-124C76F4C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A7DA1-EBBC-4FB8-A096-6C883646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C3544-634C-465E-9DE5-09EB3FF9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2C188-02C0-4637-B63C-A64437DC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1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F9B2-BB6D-491D-9424-6E9E8D203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4D393-6888-4FCD-A698-FE782D26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D2012-DCEB-4465-9C5E-A2AE5C15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01F7F-CAE6-4021-93DF-F5EF93E2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3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8BAA6-289D-49FF-98E5-7BD5B1D3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98C350-1BC2-410B-A4DD-B064A541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B1D36-7BCC-4311-86BF-023E79A8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1994F-0B62-40E2-B7EC-37BE5274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D2752-6A67-4E60-A1CD-5A1A6900A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9B03B-D917-4D2D-81ED-9FA8584C0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C6D51-B914-4609-A9C8-3EB6D735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7DC31-117F-4823-9BC2-E14B3699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124E6-D1CB-4E20-ABC4-A149C52E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4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BD09-0717-4A1A-BFC3-967FDC66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E90C3-7AAD-4F57-9AE1-7A7733CC2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AB711-9BFD-4CEB-91EC-AB123B240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AB862-3296-4ECA-BC3D-4CBCECC7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89E79-D17F-4DDF-9356-872CF787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FEB86-C67F-4C62-A993-0D989464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2E93-125C-4E3E-A628-E183BB5B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B3D0-F4A5-4B27-9598-E9440848C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B196B-2FDB-46AC-ABBE-03EFEE31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3339B-3D61-426A-964E-6514A13D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E2C77-95CD-4E0B-B065-CBF70183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5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178D6-3280-47AE-8BB6-15EB4F158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F1342-4264-4DE0-9B21-75C263B65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D657D-4F06-433E-9904-74EA6513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AA486-87F0-4BFD-9F95-8F5DDD6F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9B0B5-6180-42BC-A798-904BAEFC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6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A402CE-ECB8-4A74-904C-BC3785D6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C6B16-2456-4092-802D-0732E417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3957-14E1-458A-A7EA-7AF0D72FB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CB57C-560F-4707-92A8-29B2E87BD70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4E8BC-2898-4B6B-AEA4-6E8721E17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FC429-6923-4C4D-81C1-3C1D56B05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653B7-BEFE-49AE-81BA-A716D7F49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5938-F299-4EDC-A8BD-2C54AEE2B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" y="0"/>
            <a:ext cx="12100559" cy="68580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6"/>
                </a:solidFill>
              </a:rPr>
              <a:t>Patient Messages</a:t>
            </a:r>
            <a:br>
              <a:rPr lang="en-US" sz="4400" b="1" dirty="0">
                <a:solidFill>
                  <a:schemeClr val="accent6"/>
                </a:solidFill>
              </a:rPr>
            </a:br>
            <a:br>
              <a:rPr lang="en-US" sz="4400" b="1" dirty="0">
                <a:solidFill>
                  <a:schemeClr val="accent6"/>
                </a:solidFill>
              </a:rPr>
            </a:br>
            <a:r>
              <a:rPr lang="en-US" sz="4400" b="1" dirty="0">
                <a:solidFill>
                  <a:schemeClr val="accent6"/>
                </a:solidFill>
              </a:rPr>
              <a:t>Text Preprocessing</a:t>
            </a:r>
            <a:br>
              <a:rPr lang="en-US" sz="4400" b="1" dirty="0">
                <a:solidFill>
                  <a:schemeClr val="accent6"/>
                </a:solidFill>
              </a:rPr>
            </a:br>
            <a:br>
              <a:rPr lang="en-US" sz="4400" b="1" dirty="0">
                <a:solidFill>
                  <a:schemeClr val="accent6"/>
                </a:solidFill>
              </a:rPr>
            </a:br>
            <a:r>
              <a:rPr lang="en-US" sz="4400" b="1" dirty="0">
                <a:solidFill>
                  <a:schemeClr val="accent6"/>
                </a:solidFill>
              </a:rPr>
              <a:t>Tokenization &amp; Embedding</a:t>
            </a:r>
            <a:br>
              <a:rPr lang="en-US" sz="4400" b="1" dirty="0">
                <a:solidFill>
                  <a:schemeClr val="accent6"/>
                </a:solidFill>
              </a:rPr>
            </a:br>
            <a:br>
              <a:rPr lang="en-US" sz="4400" b="1" dirty="0">
                <a:solidFill>
                  <a:schemeClr val="accent6"/>
                </a:solidFill>
              </a:rPr>
            </a:br>
            <a:r>
              <a:rPr lang="en-US" sz="4400" b="1" dirty="0">
                <a:solidFill>
                  <a:schemeClr val="accent6"/>
                </a:solidFill>
              </a:rPr>
              <a:t>LSTM Model</a:t>
            </a:r>
            <a:br>
              <a:rPr lang="en-US" sz="4400" b="1" dirty="0">
                <a:solidFill>
                  <a:schemeClr val="accent6"/>
                </a:solidFill>
              </a:rPr>
            </a:br>
            <a:br>
              <a:rPr lang="en-US" sz="4400" b="1" dirty="0">
                <a:solidFill>
                  <a:schemeClr val="accent6"/>
                </a:solidFill>
              </a:rPr>
            </a:br>
            <a:r>
              <a:rPr lang="en-US" sz="4400" b="1" dirty="0">
                <a:solidFill>
                  <a:schemeClr val="accent6"/>
                </a:solidFill>
              </a:rPr>
              <a:t>Classification Output </a:t>
            </a:r>
            <a:br>
              <a:rPr lang="en-US" sz="4400" b="1" dirty="0">
                <a:solidFill>
                  <a:schemeClr val="accent6"/>
                </a:solidFill>
              </a:rPr>
            </a:br>
            <a:br>
              <a:rPr lang="en-US" sz="4400" b="1" dirty="0">
                <a:solidFill>
                  <a:schemeClr val="accent6"/>
                </a:solidFill>
              </a:rPr>
            </a:br>
            <a:r>
              <a:rPr lang="en-US" sz="4400" b="1" dirty="0">
                <a:solidFill>
                  <a:schemeClr val="accent6"/>
                </a:solidFill>
              </a:rPr>
              <a:t>Hospital Support Tea</a:t>
            </a:r>
            <a:r>
              <a:rPr lang="en-US" sz="4000" b="1" dirty="0">
                <a:solidFill>
                  <a:schemeClr val="accent6"/>
                </a:solidFill>
              </a:rPr>
              <a:t>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CE74A-C3AE-4067-92CB-A47CEBAED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2363449" y="5221605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067960A-A236-4367-8AAC-97BB65906F57}"/>
              </a:ext>
            </a:extLst>
          </p:cNvPr>
          <p:cNvSpPr/>
          <p:nvPr/>
        </p:nvSpPr>
        <p:spPr>
          <a:xfrm>
            <a:off x="5570334" y="2122713"/>
            <a:ext cx="737937" cy="4170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AECA929-28D9-4E96-ABF1-F10526ECB220}"/>
              </a:ext>
            </a:extLst>
          </p:cNvPr>
          <p:cNvSpPr/>
          <p:nvPr/>
        </p:nvSpPr>
        <p:spPr>
          <a:xfrm>
            <a:off x="5570333" y="852809"/>
            <a:ext cx="737937" cy="4170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0AD7842-B752-4C2A-AC1A-15DC722B4BBC}"/>
              </a:ext>
            </a:extLst>
          </p:cNvPr>
          <p:cNvSpPr/>
          <p:nvPr/>
        </p:nvSpPr>
        <p:spPr>
          <a:xfrm>
            <a:off x="5570333" y="3327303"/>
            <a:ext cx="737937" cy="4170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78D35DF-DA5A-4B83-A539-36467530D5F1}"/>
              </a:ext>
            </a:extLst>
          </p:cNvPr>
          <p:cNvSpPr/>
          <p:nvPr/>
        </p:nvSpPr>
        <p:spPr>
          <a:xfrm>
            <a:off x="5570333" y="4531893"/>
            <a:ext cx="737937" cy="4170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2F577B3-BFFB-441A-8E88-340FDAF7A97A}"/>
              </a:ext>
            </a:extLst>
          </p:cNvPr>
          <p:cNvSpPr/>
          <p:nvPr/>
        </p:nvSpPr>
        <p:spPr>
          <a:xfrm>
            <a:off x="5570333" y="5527935"/>
            <a:ext cx="737937" cy="4170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338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Patient Messages  Text Preprocessing  Tokenization &amp; Embedding  LSTM Model  Classification Output   Hospital Support 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Messages  Text Preprocessing  Tokenization &amp; Embedding  LSTM Model  Classification Output   Hospital Support Team</dc:title>
  <dc:creator>HP</dc:creator>
  <cp:lastModifiedBy>HP</cp:lastModifiedBy>
  <cp:revision>1</cp:revision>
  <dcterms:created xsi:type="dcterms:W3CDTF">2026-05-14T15:37:09Z</dcterms:created>
  <dcterms:modified xsi:type="dcterms:W3CDTF">2026-05-14T15:38:07Z</dcterms:modified>
</cp:coreProperties>
</file>